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relationships+xml" PartName="/_rels/.rels"/>
  <Override ContentType="application/vnd.openxmlformats-officedocument.extended-properties+xml" PartName="/docProps/app.xml"/>
  <Override ContentType="application/vnd.openxmlformats-package.core-properties+xml" PartName="/docProps/core.xml"/>
  <Override ContentType="application/vnd.openxmlformats-package.relationships+xml" PartName="/ppt/_rels/presentation.xml.rels"/>
  <Override ContentType="application/vnd.openxmlformats-package.relationships+xml" PartName="/ppt/notesMasters/_rels/notesMaster1.xml.rels"/>
  <Override ContentType="application/vnd.openxmlformats-officedocument.presentationml.notesMaster+xml" PartName="/ppt/notesMasters/notesMaster1.xml"/>
  <Override ContentType="application/vnd.openxmlformats-package.relationships+xml" PartName="/ppt/notesSlides/_rels/notesSlide1.xml.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package.relationships+xml" PartName="/ppt/slideLayouts/_rels/slideLayout1.xml.rels"/>
  <Override ContentType="application/vnd.openxmlformats-package.relationships+xml" PartName="/ppt/slideLayouts/_rels/slideLayout2.xml.rels"/>
  <Override ContentType="application/vnd.openxmlformats-package.relationships+xml" PartName="/ppt/slideLayouts/_rels/slideLayout3.xml.rels"/>
  <Override ContentType="application/vnd.openxmlformats-package.relationships+xml" PartName="/ppt/slideLayouts/_rels/slideLayout4.xml.rels"/>
  <Override ContentType="application/vnd.openxmlformats-package.relationships+xml" PartName="/ppt/slideLayouts/_rels/slideLayout5.xml.rels"/>
  <Override ContentType="application/vnd.openxmlformats-package.relationships+xml" PartName="/ppt/slideLayouts/_rels/slideLayout6.xml.rels"/>
  <Override ContentType="application/vnd.openxmlformats-package.relationships+xml" PartName="/ppt/slideLayouts/_rels/slideLayout7.xml.rels"/>
  <Override ContentType="application/vnd.openxmlformats-package.relationships+xml" PartName="/ppt/slideLayouts/_rels/slideLayout8.xml.rels"/>
  <Override ContentType="application/vnd.openxmlformats-package.relationships+xml" PartName="/ppt/slideLayouts/_rels/slideLayout9.xml.rels"/>
  <Override ContentType="application/vnd.openxmlformats-package.relationships+xml" PartName="/ppt/slideLayouts/_rels/slideLayout10.xml.rels"/>
  <Override ContentType="application/vnd.openxmlformats-package.relationships+xml" PartName="/ppt/slideLayouts/_rels/slideLayout11.xml.rels"/>
  <Override ContentType="application/vnd.openxmlformats-package.relationships+xml" PartName="/ppt/slideLayouts/_rels/slideLayout12.xml.rel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package.relationships+xml" PartName="/ppt/slideMasters/_rels/slideMaster1.xml.rels"/>
  <Override ContentType="application/vnd.openxmlformats-officedocument.presentationml.slideMaster+xml" PartName="/ppt/slideMasters/slideMaster1.xml"/>
  <Override ContentType="application/vnd.openxmlformats-package.relationships+xml" PartName="/ppt/slides/_rels/slide1.xml.rels"/>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Types>
</file>

<file path=_rels/.rels><?xml version="1.0" encoding="UTF-8" standalone="no"?><Relationships xmlns="http://schemas.openxmlformats.org/package/2006/relationships"><Relationship Id="rId1" Target="docProps/core.xml" Type="http://schemas.openxmlformats.org/officedocument/2006/relationships/metadata/core-properties"/><Relationship Id="rId2" Target="docProps/app.xml" Type="http://schemas.openxmlformats.org/officeDocument/2006/relationships/extended-properties"/><Relationship Id="rId3" Target="ppt/presentation.xml" Type="http://schemas.openxmlformats.org/officeDocument/2006/relationships/officeDocument"/></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6"/>
    <p:sldId id="257" r:id="rId8"/>
    <p:sldId id="258" r:id="rId10"/>
    <p:sldId id="259" r:id="rId12"/>
    <p:sldId id="260" r:id="rId14"/>
    <p:sldId id="261" r:id="rId16"/>
    <p:sldId id="262" r:id="rId18"/>
    <p:sldId id="263" r:id="rId20"/>
    <p:sldId id="264" r:id="rId22"/>
    <p:sldId id="265" r:id="rId24"/>
    <p:sldId id="266" r:id="rId26"/>
    <p:sldId id="267" r:id="rId28"/>
    <p:sldId id="268" r:id="rId30"/>
    <p:sldId id="269" r:id="rId32"/>
    <p:sldId id="270" r:id="rId34"/>
    <p:sldId id="271" r:id="rId36"/>
    <p:sldId id="272" r:id="rId38"/>
  </p:sldIdLst>
  <p:sldSz cx="24384000" cy="13716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no"?><Relationships xmlns="http://schemas.openxmlformats.org/package/2006/relationships"><Relationship Id="rId1" Target="theme/theme1.xml" Type="http://schemas.openxmlformats.org/officeDocument/2006/relationships/theme"/><Relationship Id="rId10" Target="slides/slide4.xml" Type="http://schemas.openxmlformats.org/officeDocument/2006/relationships/slide"/><Relationship Id="rId11" Target="notesSlides/notesSlide4.xml" Type="http://schemas.openxmlformats.org/officeDocument/2006/relationships/notesSlide"/><Relationship Id="rId12" Target="slides/slide5.xml" Type="http://schemas.openxmlformats.org/officeDocument/2006/relationships/slide"/><Relationship Id="rId13" Target="notesSlides/notesSlide5.xml" Type="http://schemas.openxmlformats.org/officeDocument/2006/relationships/notesSlide"/><Relationship Id="rId14" Target="slides/slide6.xml" Type="http://schemas.openxmlformats.org/officeDocument/2006/relationships/slide"/><Relationship Id="rId15" Target="notesSlides/notesSlide6.xml" Type="http://schemas.openxmlformats.org/officeDocument/2006/relationships/notesSlide"/><Relationship Id="rId16" Target="slides/slide7.xml" Type="http://schemas.openxmlformats.org/officeDocument/2006/relationships/slide"/><Relationship Id="rId17" Target="notesSlides/notesSlide7.xml" Type="http://schemas.openxmlformats.org/officeDocument/2006/relationships/notesSlide"/><Relationship Id="rId18" Target="slides/slide8.xml" Type="http://schemas.openxmlformats.org/officeDocument/2006/relationships/slide"/><Relationship Id="rId19" Target="notesSlides/notesSlide8.xml" Type="http://schemas.openxmlformats.org/officeDocument/2006/relationships/notesSlide"/><Relationship Id="rId2" Target="slideMasters/slideMaster1.xml" Type="http://schemas.openxmlformats.org/officeDocument/2006/relationships/slideMaster"/><Relationship Id="rId20" Target="slides/slide9.xml" Type="http://schemas.openxmlformats.org/officeDocument/2006/relationships/slide"/><Relationship Id="rId21" Target="notesSlides/notesSlide9.xml" Type="http://schemas.openxmlformats.org/officeDocument/2006/relationships/notesSlide"/><Relationship Id="rId22" Target="slides/slide10.xml" Type="http://schemas.openxmlformats.org/officeDocument/2006/relationships/slide"/><Relationship Id="rId23" Target="notesSlides/notesSlide10.xml" Type="http://schemas.openxmlformats.org/officeDocument/2006/relationships/notesSlide"/><Relationship Id="rId24" Target="slides/slide11.xml" Type="http://schemas.openxmlformats.org/officeDocument/2006/relationships/slide"/><Relationship Id="rId25" Target="notesSlides/notesSlide11.xml" Type="http://schemas.openxmlformats.org/officeDocument/2006/relationships/notesSlide"/><Relationship Id="rId26" Target="slides/slide12.xml" Type="http://schemas.openxmlformats.org/officeDocument/2006/relationships/slide"/><Relationship Id="rId27" Target="notesSlides/notesSlide12.xml" Type="http://schemas.openxmlformats.org/officeDocument/2006/relationships/notesSlide"/><Relationship Id="rId28" Target="slides/slide13.xml" Type="http://schemas.openxmlformats.org/officeDocument/2006/relationships/slide"/><Relationship Id="rId29" Target="notesSlides/notesSlide13.xml" Type="http://schemas.openxmlformats.org/officeDocument/2006/relationships/notesSlide"/><Relationship Id="rId3" Target="notesMasters/notesMaster1.xml" Type="http://schemas.openxmlformats.org/officeDocument/2006/relationships/notesMaster"/><Relationship Id="rId30" Target="slides/slide14.xml" Type="http://schemas.openxmlformats.org/officeDocument/2006/relationships/slide"/><Relationship Id="rId31" Target="notesSlides/notesSlide14.xml" Type="http://schemas.openxmlformats.org/officeDocument/2006/relationships/notesSlide"/><Relationship Id="rId32" Target="slides/slide15.xml" Type="http://schemas.openxmlformats.org/officeDocument/2006/relationships/slide"/><Relationship Id="rId33" Target="notesSlides/notesSlide15.xml" Type="http://schemas.openxmlformats.org/officeDocument/2006/relationships/notesSlide"/><Relationship Id="rId34" Target="slides/slide16.xml" Type="http://schemas.openxmlformats.org/officeDocument/2006/relationships/slide"/><Relationship Id="rId35" Target="notesSlides/notesSlide16.xml" Type="http://schemas.openxmlformats.org/officeDocument/2006/relationships/notesSlide"/><Relationship Id="rId36" Target="slides/slide17.xml" Type="http://schemas.openxmlformats.org/officeDocument/2006/relationships/slide"/><Relationship Id="rId37" Target="notesSlides/notesSlide17.xml" Type="http://schemas.openxmlformats.org/officeDocument/2006/relationships/notesSlide"/><Relationship Id="rId38" Target="slides/slide18.xml" Type="http://schemas.openxmlformats.org/officeDocument/2006/relationships/slide"/><Relationship Id="rId39" Target="notesSlides/notesSlide18.xml" Type="http://schemas.openxmlformats.org/officeDocument/2006/relationships/notesSlide"/><Relationship Id="rId5" Target="presProps.xml" Type="http://schemas.openxmlformats.org/officeDocument/2006/relationships/presProps"/><Relationship Id="rId6" Target="slides/slide2.xml" Type="http://schemas.openxmlformats.org/officeDocument/2006/relationships/slide"/><Relationship Id="rId7" Target="notesSlides/notesSlide2.xml" Type="http://schemas.openxmlformats.org/officeDocument/2006/relationships/notesSlide"/><Relationship Id="rId8" Target="slides/slide3.xml" Type="http://schemas.openxmlformats.org/officeDocument/2006/relationships/slide"/><Relationship Id="rId9" Target="notesSlides/notesSlide3.xml" Type="http://schemas.openxmlformats.org/officeDocument/2006/relationships/notesSlide"/></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n-GB" sz="1400" spc="-1" strike="noStrike">
                <a:solidFill>
                  <a:srgbClr val="000000"/>
                </a:solidFill>
                <a:latin typeface="Arial"/>
              </a:rPr>
              <a:t>Click to edit the notes' format</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no"?><Relationships xmlns="http://schemas.openxmlformats.org/package/2006/relationships"><Relationship Id="rId1" Target="../slides/slide1.xml" Type="http://schemas.openxmlformats.org/officeDocument/2006/relationships/slide"/><Relationship Id="rId2" Target="../notesMasters/notesMaster1.xml" Type="http://schemas.openxmlformats.org/officeDocument/2006/relationships/notesMaster"/></Relationships>
</file>

<file path=ppt/notesSlides/_rels/notesSlide2.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sldImg"/>
          </p:nvPr>
        </p:nvSpPr>
        <p:spPr>
          <a:xfrm>
            <a:off x="216000" y="812520"/>
            <a:ext cx="7127280" cy="4008960"/>
          </a:xfrm>
          <a:prstGeom prst="rect">
            <a:avLst/>
          </a:prstGeom>
          <a:ln w="0">
            <a:noFill/>
          </a:ln>
        </p:spPr>
      </p:sp>
      <p:sp>
        <p:nvSpPr>
          <p:cNvPr id="4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n-GB" sz="1400" spc="-1" strike="noStrike">
                <a:solidFill>
                  <a:srgbClr val="000000"/>
                </a:solidFill>
                <a:latin typeface="Arial"/>
              </a:rPr>
              <a:t>Placeholder</a:t>
            </a:r>
            <a:endParaRPr b="0" lang="en-GB" sz="1400" spc="-1" strike="noStrike">
              <a:solidFill>
                <a:srgbClr val="000000"/>
              </a:solidFill>
              <a:latin typeface="Arial"/>
            </a:endParaRP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The Tabernacle was pitched facing the east, the position of the sun at sunrise.</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There was only one entrance to the tabernacle called the ‘Gate of the court’.</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The colours of the threads in the gate curtain were symbolic. Blue stood for the deity, meaning the court was a place of God. Purple, a difficult and expensive dye to produce, was a symbol of royalty.</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Red symbolized blood, the colour of sacrifice. White meant holiness. The courtyard fence, made of white linen, enclosed holy ground, and the priests wore white linen garments.</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Directly upon entering the outer court you would see the brazen altar (also called the altar of burnt offering). The Israelites made daily sacrifices to God on this altar to atone for their sin (Exodus 29:38).</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As the first priests began their service at the tabernacle, fire from the presence of the Lord consumed the sacrifice (Leviticus 9:24). This fire of the altar was to be kept burning at all times. The horns of the altar were to be covered with blood at the consecration of the priests.</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9.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Between the altar and the entrance to the Holy Place was a wash basin called a ‘laver’ This was where the priests had to wash themselves ceremonially so as to be consecrated or set apart for ministry.</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0.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A curtain covered the entrance to the Holy Place.</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1.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Only priests could enter the Holy Place where there were three items. To the right was the Table of Showbread and ahead was the Altar of Incense. To the left was the Golden Lampstand.</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2.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The Golden Lampstand was fashioned as a tree with the base and middle shaft representing the trunk and with three ‘branches’ on each side. The lamp was to be tended by Aaron and his sons so that its light never went out.</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3.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At the start of each week the priests placed 12 loaves of fresh bread on the Table of Showbread — one for each of the 12 tribes. It served as a memorial food offering to the Lord.</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4.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Aaron was instructed to burn incense on the altar each morning and at twilight, every day, as a regular offering to the Lord. In Scripture, incense is often associated with prayer.</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5.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The High Priest alone could enter through the curtain to the Holy of Holies. This was allowed once a year on the Day of Atonement. Inside was the Ark of the Covenant.</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6.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This lid of the Ark of the covenant with the two cherubim that was placed on top was known as the mercy seat.  </a:t>
            </a:r>
          </a:p>
          <a:p>
            <a:pPr marL="216000" indent="0">
              <a:buNone/>
            </a:pPr>
            <a:r>
              <a:rPr lang="en-US"/>
              <a:t>God is described as being enthroned between the cherubim over the ark (1 Samuel 4:4, Psalm 18:10) </a:t>
            </a:r>
          </a:p>
          <a:p>
            <a:pPr marL="216000" indent="0">
              <a:buNone/>
            </a:pPr>
            <a:r>
              <a:rPr lang="en-US"/>
              <a:t>Once a year the High Priest would sprinkle the blood of a bull and a goat on the mercy seat to make atonement for his own sin and the sin of the people.</a:t>
            </a: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7.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Although the tabernacle was heavy and had many parts, it was surprisingly portable. Priests carried the Ark and the altars on their shoulders, but the rest was transported in ox-drawn carts.</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notesSlides/notesSlide18.xml><?xml version="1.0" encoding="utf-8"?>
<p:notes xmlns:p="http://schemas.openxmlformats.org/presentationml/2006/main">
  <p:cSld>
    <p:spTree xmlns:a="http://schemas.openxmlformats.org/drawingml/2006/main" xmlns:r="http://schemas.openxmlformats.org/officeDocument/2006/relationships" xmlns:p14="http://schemas.microsoft.com/office/powerpoint/2010/main" xmlns:p15="http://schemas.microsoft.com/office/powerpoint/2012/main" xmlns:mc="http://schemas.openxmlformats.org/markup-compatibility/2006">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GB" sz="4400" spc="-1" strike="noStrike">
                <a:solidFill>
                  <a:srgbClr val="000000"/>
                </a:solidFill>
                <a:latin typeface="Arial"/>
              </a:rPr>
              <a:t>Click to move the slide</a:t>
            </a:r>
            <a:endParaRPr b="0" lang="en-GB" sz="4400" spc="-1" strike="noStrike">
              <a:solidFill>
                <a:srgbClr val="000000"/>
              </a:solidFill>
              <a:latin typeface="Arial"/>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lang="en-US"/>
              <a:t/>
            </a:r>
            <a:endParaRPr b="0" lang="en-GB" sz="1400" spc="-1" strike="noStrike">
              <a:solidFill>
                <a:srgbClr val="000000"/>
              </a:solidFill>
              <a:latin typeface="Arial"/>
            </a:endParaRPr>
          </a:p>
        </p:txBody>
      </p:sp>
      <p:sp>
        <p:nvSpPr>
          <p:cNvPr id="43" name="PlaceHolder 3"/>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2C9402AC-41F3-4094-9F49-0BE3ECAC73E3}"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note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2E24D7A-EF1E-4731-A6AA-E45A2906DFD9}" type="slidenum">
              <a:t>&lt;#&gt;</a:t>
            </a:fld>
          </a:p>
        </p:txBody>
      </p:sp>
      <p:sp>
        <p:nvSpPr>
          <p:cNvPr id="4" name="PlaceHolder 3"/>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2899580-4FAD-4F90-BDD7-920820ACB099}"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8"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B05AF30-212D-401E-98C6-F6712ED69CAB}"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10"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11"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E52A1F0-3B60-4141-B373-1C57A9EA1A6E}" type="slidenum">
              <a:t>&lt;#&gt;</a:t>
            </a:fld>
          </a:p>
        </p:txBody>
      </p:sp>
      <p:sp>
        <p:nvSpPr>
          <p:cNvPr id="7" name="PlaceHolder 6"/>
          <p:cNvSpPr>
            <a:spLocks noGrp="1"/>
          </p:cNvSpPr>
          <p:nvPr>
            <p:ph type="dt" idx="1"/>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A42027D0-9937-48F9-B73A-78F5A05EAFAF}" type="slidenum">
              <a:t>&lt;#&gt;</a:t>
            </a:fld>
          </a:p>
        </p:txBody>
      </p:sp>
      <p:sp>
        <p:nvSpPr>
          <p:cNvPr id="5" name="PlaceHolder 4"/>
          <p:cNvSpPr>
            <a:spLocks noGrp="1"/>
          </p:cNvSpPr>
          <p:nvPr>
            <p:ph type="dt" idx="1"/>
          </p:nvPr>
        </p:nvSpPr>
        <p:spPr/>
        <p:txBody>
          <a:bodyPr/>
          <a:p>
            <a:r>
              <a:rPr lang="en-GB"/>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a:noFill/>
          <a:ln w="0">
            <a:noFill/>
          </a:ln>
        </p:spPr>
        <p:txBody>
          <a:bodyPr lIns="0" rIns="0" tIns="0" bIns="0" anchor="ctr">
            <a:noAutofit/>
          </a:bodyPr>
          <a:p>
            <a:pPr algn="ctr"/>
            <a:endParaRPr b="0" lang="en-GB"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18714896-0CDD-4EEB-9583-7D9C1505B60D}" type="slidenum">
              <a:t>&lt;#&gt;</a:t>
            </a:fld>
          </a:p>
        </p:txBody>
      </p:sp>
      <p:sp>
        <p:nvSpPr>
          <p:cNvPr id="5" name="PlaceHolder 4"/>
          <p:cNvSpPr>
            <a:spLocks noGrp="1"/>
          </p:cNvSpPr>
          <p:nvPr>
            <p:ph type="dt" idx="1"/>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15"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17"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F599C31-D35C-4293-A09C-82637BD38E57}" type="slidenum">
              <a:t>&lt;#&gt;</a:t>
            </a:fld>
          </a:p>
        </p:txBody>
      </p:sp>
      <p:sp>
        <p:nvSpPr>
          <p:cNvPr id="8" name="PlaceHolder 7"/>
          <p:cNvSpPr>
            <a:spLocks noGrp="1"/>
          </p:cNvSpPr>
          <p:nvPr>
            <p:ph type="dt" idx="1"/>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19"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20"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21" name="PlaceHolder 4"/>
          <p:cNvSpPr>
            <a:spLocks noGrp="1"/>
          </p:cNvSpPr>
          <p:nvPr>
            <p:ph/>
          </p:nvPr>
        </p:nvSpPr>
        <p:spPr>
          <a:xfrm>
            <a:off x="5152680" y="304416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FBBD504-4015-43C3-8E7B-4F0D3C1D6E2D}" type="slidenum">
              <a:t>&lt;#&gt;</a:t>
            </a:fld>
          </a:p>
        </p:txBody>
      </p:sp>
      <p:sp>
        <p:nvSpPr>
          <p:cNvPr id="8" name="PlaceHolder 7"/>
          <p:cNvSpPr>
            <a:spLocks noGrp="1"/>
          </p:cNvSpPr>
          <p:nvPr>
            <p:ph type="dt" idx="1"/>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23"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24"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25" name="PlaceHolder 4"/>
          <p:cNvSpPr>
            <a:spLocks noGrp="1"/>
          </p:cNvSpPr>
          <p:nvPr>
            <p:ph/>
          </p:nvPr>
        </p:nvSpPr>
        <p:spPr>
          <a:xfrm>
            <a:off x="504000" y="3044160"/>
            <a:ext cx="907164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BB05203-F67B-462A-8C38-1126A2151C1E}" type="slidenum">
              <a:t>&lt;#&gt;</a:t>
            </a:fld>
          </a:p>
        </p:txBody>
      </p:sp>
      <p:sp>
        <p:nvSpPr>
          <p:cNvPr id="8" name="PlaceHolder 7"/>
          <p:cNvSpPr>
            <a:spLocks noGrp="1"/>
          </p:cNvSpPr>
          <p:nvPr>
            <p:ph type="dt" idx="1"/>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27" name="PlaceHolder 2"/>
          <p:cNvSpPr>
            <a:spLocks noGrp="1"/>
          </p:cNvSpPr>
          <p:nvPr>
            <p:ph/>
          </p:nvPr>
        </p:nvSpPr>
        <p:spPr>
          <a:xfrm>
            <a:off x="504000" y="1326600"/>
            <a:ext cx="907164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28" name="PlaceHolder 3"/>
          <p:cNvSpPr>
            <a:spLocks noGrp="1"/>
          </p:cNvSpPr>
          <p:nvPr>
            <p:ph/>
          </p:nvPr>
        </p:nvSpPr>
        <p:spPr>
          <a:xfrm>
            <a:off x="504000" y="3044160"/>
            <a:ext cx="907164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C179DB2F-4B0C-47FC-AF48-536B8BE6B6CC}" type="slidenum">
              <a:t>&lt;#&gt;</a:t>
            </a:fld>
          </a:p>
        </p:txBody>
      </p:sp>
      <p:sp>
        <p:nvSpPr>
          <p:cNvPr id="7" name="PlaceHolder 6"/>
          <p:cNvSpPr>
            <a:spLocks noGrp="1"/>
          </p:cNvSpPr>
          <p:nvPr>
            <p:ph type="dt" idx="1"/>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0"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1"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2"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3" name="PlaceHolder 5"/>
          <p:cNvSpPr>
            <a:spLocks noGrp="1"/>
          </p:cNvSpPr>
          <p:nvPr>
            <p:ph/>
          </p:nvPr>
        </p:nvSpPr>
        <p:spPr>
          <a:xfrm>
            <a:off x="5152680" y="3044160"/>
            <a:ext cx="442692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3EBCE9B-F324-4B10-AF3B-AA23A81828A2}" type="slidenum">
              <a:t>&lt;#&gt;</a:t>
            </a:fld>
          </a:p>
        </p:txBody>
      </p:sp>
      <p:sp>
        <p:nvSpPr>
          <p:cNvPr id="9" name="PlaceHolder 8"/>
          <p:cNvSpPr>
            <a:spLocks noGrp="1"/>
          </p:cNvSpPr>
          <p:nvPr>
            <p:ph type="dt" idx="1"/>
          </p:nvPr>
        </p:nvSpPr>
        <p:spPr/>
        <p:txBody>
          <a:bodyPr/>
          <a:p>
            <a:r>
              <a:rPr lang="en-GB"/>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48DB4784-BED5-497C-A486-3CB9D9B9FC89}" type="slidenum">
              <a:t>&lt;#&gt;</a:t>
            </a:fld>
          </a:p>
        </p:txBody>
      </p:sp>
      <p:sp>
        <p:nvSpPr>
          <p:cNvPr id="11" name="PlaceHolder 10"/>
          <p:cNvSpPr>
            <a:spLocks noGrp="1"/>
          </p:cNvSpPr>
          <p:nvPr>
            <p:ph type="dt" idx="1"/>
          </p:nvPr>
        </p:nvSpPr>
        <p:spPr/>
        <p:txBody>
          <a:bodyPr/>
          <a:p>
            <a:r>
              <a:rPr lang="en-GB"/>
              <a:t/>
            </a:r>
          </a:p>
        </p:txBody>
      </p:sp>
    </p:spTree>
  </p:cSld>
</p:sldLayout>
</file>

<file path=ppt/slideMasters/_rels/slideMaster1.xml.rels><?xml version="1.0" encoding="UTF-8" standalone="no"?><Relationships xmlns="http://schemas.openxmlformats.org/package/2006/relationships"><Relationship Id="rId1" Target="../theme/theme1.xml" Type="http://schemas.openxmlformats.org/officeDocument/2006/relationships/theme"/><Relationship Id="rId10" Target="../slideLayouts/slideLayout9.xml" Type="http://schemas.openxmlformats.org/officeDocument/2006/relationships/slideLayout"/><Relationship Id="rId11" Target="../slideLayouts/slideLayout10.xml" Type="http://schemas.openxmlformats.org/officeDocument/2006/relationships/slideLayout"/><Relationship Id="rId12" Target="../slideLayouts/slideLayout11.xml" Type="http://schemas.openxmlformats.org/officeDocument/2006/relationships/slideLayout"/><Relationship Id="rId13" Target="../slideLayouts/slideLayout12.xml" Type="http://schemas.openxmlformats.org/officeDocument/2006/relationships/slideLayout"/><Relationship Id="rId2" Target="../slideLayouts/slideLayout1.xml" Type="http://schemas.openxmlformats.org/officeDocument/2006/relationships/slideLayout"/><Relationship Id="rId3" Target="../slideLayouts/slideLayout2.xml" Type="http://schemas.openxmlformats.org/officeDocument/2006/relationships/slideLayout"/><Relationship Id="rId4" Target="../slideLayouts/slideLayout3.xml" Type="http://schemas.openxmlformats.org/officeDocument/2006/relationships/slideLayout"/><Relationship Id="rId5" Target="../slideLayouts/slideLayout4.xml" Type="http://schemas.openxmlformats.org/officeDocument/2006/relationships/slideLayout"/><Relationship Id="rId6" Target="../slideLayouts/slideLayout5.xml" Type="http://schemas.openxmlformats.org/officeDocument/2006/relationships/slideLayout"/><Relationship Id="rId7" Target="../slideLayouts/slideLayout6.xml" Type="http://schemas.openxmlformats.org/officeDocument/2006/relationships/slideLayout"/><Relationship Id="rId8" Target="../slideLayouts/slideLayout7.xml" Type="http://schemas.openxmlformats.org/officeDocument/2006/relationships/slideLayout"/><Relationship Id="rId9" Target="../slideLayouts/slideLayout8.xml" Type="http://schemas.openxmlformats.org/officeDocument/2006/relationships/slideLayout"/></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GB" sz="1400" spc="-1" strike="noStrike">
                <a:solidFill>
                  <a:srgbClr val="000000"/>
                </a:solidFill>
                <a:latin typeface="Times New Roman"/>
              </a:defRPr>
            </a:lvl1pPr>
          </a:lstStyle>
          <a:p>
            <a:pPr indent="0" algn="r">
              <a:buNone/>
            </a:pPr>
            <a:fld id="{12347A1C-57FE-4054-B443-164B26C1B28D}"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standalone="no"?><Relationships xmlns="http://schemas.openxmlformats.org/package/2006/relationships"><Relationship Id="rId2" Target="../notesSlides/notesSlide1.xml" Type="http://schemas.openxmlformats.org/officeDocument/2006/relationships/notesSlide"/></Relationships>
</file>

<file path=ppt/slides/_rels/slide2.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3.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4.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5.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6.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7.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8.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9.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0.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1.jpe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2.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3.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4.jpe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5.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6.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no"?><Relationships xmlns="http://schemas.openxmlformats.org/package/2006/relationships"><Relationship Id="rId1" Target="../slideLayouts/slideLayout1.xml" Type="http://schemas.openxmlformats.org/officeDocument/2006/relationships/slideLayout"/><Relationship Id="rId2" Target="../media/image17.jpeg" Type="http://schemas.openxmlformats.org/officeDocument/2006/relationships/image"/><Relationship Id="rId3" Target="../notesSlides/notesSlide18.xml" Type="http://schemas.openxmlformats.org/officeDocument/2006/relationships/notesSlide"/></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45"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24384000" cy="1371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LibreOffice/7.4.7.2$Windows_X86_64 LibreOffice_project/723314e595e8007d3cf785c16538505a1c878ca5</Application>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2024-04-15T13:31:49Z</dcterms:created>
  <dc:language>en-GB</dc:language>
  <dcterms:modified xsi:type="dcterms:W3CDTF">2024-04-15T13:33:00Z</dcterms:modified>
  <cp:revision>2</cp:revision>
</cp:coreProperties>
</file>